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SCAL Results — Well T1-31</a:t>
            </a:r>
          </a:p>
          <a:p>
            <a:pPr algn="ctr">
              <a:defRPr sz="1800">
                <a:solidFill>
                  <a:srgbClr val="AACCDD"/>
                </a:solidFill>
                <a:latin typeface="Arial"/>
              </a:defRPr>
            </a:pPr>
            <a:r>
              <a:t>Board Presentation — PRC Libya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•  6 core samples from Farwah Formation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•  Water-wet system confirmed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•  Good to excellent reservoir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Sample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Porosity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Permeability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T131-01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245.6 mD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T131-02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412.3 mD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